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9fcdd1b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9fcdd1b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9fcdd1b8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9fcdd1b8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hot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187598"/>
            <a:ext cx="8520600" cy="271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Obsidian Notes + Claude Code. A Second Brain for Investing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Topography</a:t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637950" y="2463225"/>
            <a:ext cx="6494700" cy="7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Obsidian - </a:t>
            </a:r>
            <a:r>
              <a:rPr b="1" lang="en"/>
              <a:t>Document Viewer</a:t>
            </a:r>
            <a:endParaRPr b="1"/>
          </a:p>
        </p:txBody>
      </p:sp>
      <p:sp>
        <p:nvSpPr>
          <p:cNvPr id="61" name="Google Shape;61;p14"/>
          <p:cNvSpPr/>
          <p:nvPr/>
        </p:nvSpPr>
        <p:spPr>
          <a:xfrm>
            <a:off x="5298550" y="2604075"/>
            <a:ext cx="1656900" cy="489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Markdown Files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637950" y="1311375"/>
            <a:ext cx="6494700" cy="7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Code - </a:t>
            </a:r>
            <a:r>
              <a:rPr b="1" lang="en"/>
              <a:t>AI Brain</a:t>
            </a:r>
            <a:endParaRPr b="1"/>
          </a:p>
        </p:txBody>
      </p:sp>
      <p:sp>
        <p:nvSpPr>
          <p:cNvPr id="63" name="Google Shape;63;p14"/>
          <p:cNvSpPr/>
          <p:nvPr/>
        </p:nvSpPr>
        <p:spPr>
          <a:xfrm>
            <a:off x="7425075" y="1311375"/>
            <a:ext cx="1407300" cy="7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API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10675" y="3723200"/>
            <a:ext cx="6422100" cy="77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Input - </a:t>
            </a:r>
            <a:r>
              <a:rPr b="1" lang="en"/>
              <a:t>Human Brain</a:t>
            </a:r>
            <a:endParaRPr b="1"/>
          </a:p>
        </p:txBody>
      </p:sp>
      <p:cxnSp>
        <p:nvCxnSpPr>
          <p:cNvPr id="65" name="Google Shape;65;p14"/>
          <p:cNvCxnSpPr>
            <a:stCxn id="61" idx="2"/>
            <a:endCxn id="64" idx="0"/>
          </p:cNvCxnSpPr>
          <p:nvPr/>
        </p:nvCxnSpPr>
        <p:spPr>
          <a:xfrm flipH="1">
            <a:off x="3921700" y="3093375"/>
            <a:ext cx="2205300" cy="6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4"/>
          <p:cNvCxnSpPr>
            <a:stCxn id="62" idx="3"/>
            <a:endCxn id="63" idx="1"/>
          </p:cNvCxnSpPr>
          <p:nvPr/>
        </p:nvCxnSpPr>
        <p:spPr>
          <a:xfrm>
            <a:off x="7132650" y="1696875"/>
            <a:ext cx="29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67" name="Google Shape;67;p14"/>
          <p:cNvSpPr/>
          <p:nvPr/>
        </p:nvSpPr>
        <p:spPr>
          <a:xfrm>
            <a:off x="843500" y="2604075"/>
            <a:ext cx="1656900" cy="4893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Claudian Plugin</a:t>
            </a:r>
            <a:endParaRPr/>
          </a:p>
        </p:txBody>
      </p:sp>
      <p:cxnSp>
        <p:nvCxnSpPr>
          <p:cNvPr id="68" name="Google Shape;68;p14"/>
          <p:cNvCxnSpPr>
            <a:stCxn id="67" idx="2"/>
            <a:endCxn id="64" idx="0"/>
          </p:cNvCxnSpPr>
          <p:nvPr/>
        </p:nvCxnSpPr>
        <p:spPr>
          <a:xfrm>
            <a:off x="1671950" y="3093375"/>
            <a:ext cx="2249700" cy="6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4"/>
          <p:cNvSpPr/>
          <p:nvPr/>
        </p:nvSpPr>
        <p:spPr>
          <a:xfrm>
            <a:off x="7425075" y="2463225"/>
            <a:ext cx="1407300" cy="203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 </a:t>
            </a:r>
            <a:endParaRPr/>
          </a:p>
        </p:txBody>
      </p:sp>
      <p:cxnSp>
        <p:nvCxnSpPr>
          <p:cNvPr id="70" name="Google Shape;70;p14"/>
          <p:cNvCxnSpPr>
            <a:stCxn id="63" idx="2"/>
            <a:endCxn id="69" idx="0"/>
          </p:cNvCxnSpPr>
          <p:nvPr/>
        </p:nvCxnSpPr>
        <p:spPr>
          <a:xfrm>
            <a:off x="8128725" y="2082375"/>
            <a:ext cx="0" cy="38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1" name="Google Shape;71;p14"/>
          <p:cNvCxnSpPr/>
          <p:nvPr/>
        </p:nvCxnSpPr>
        <p:spPr>
          <a:xfrm>
            <a:off x="7132650" y="4108700"/>
            <a:ext cx="29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2" name="Google Shape;72;p14"/>
          <p:cNvCxnSpPr>
            <a:stCxn id="64" idx="0"/>
            <a:endCxn id="67" idx="2"/>
          </p:cNvCxnSpPr>
          <p:nvPr/>
        </p:nvCxnSpPr>
        <p:spPr>
          <a:xfrm rot="10800000">
            <a:off x="1672025" y="3093500"/>
            <a:ext cx="2249700" cy="6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>
            <a:stCxn id="64" idx="0"/>
            <a:endCxn id="61" idx="2"/>
          </p:cNvCxnSpPr>
          <p:nvPr/>
        </p:nvCxnSpPr>
        <p:spPr>
          <a:xfrm flipH="1" rot="10800000">
            <a:off x="3921725" y="3093500"/>
            <a:ext cx="2205300" cy="6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4"/>
          <p:cNvCxnSpPr>
            <a:stCxn id="62" idx="2"/>
            <a:endCxn id="67" idx="0"/>
          </p:cNvCxnSpPr>
          <p:nvPr/>
        </p:nvCxnSpPr>
        <p:spPr>
          <a:xfrm flipH="1">
            <a:off x="1671900" y="2082375"/>
            <a:ext cx="2213400" cy="52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Engineering and Context Files</a:t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637950" y="1311375"/>
            <a:ext cx="7761300" cy="771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User Typed Command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unique command typed by the user which is different every session. This is what goes in the text box.</a:t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637950" y="2278950"/>
            <a:ext cx="2560800" cy="12423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Prior Conversation History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Automatically remembered by the LLM. Cannot be controlled and comes ‘free’ with the LLM</a:t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5165650" y="2278950"/>
            <a:ext cx="3234300" cy="1242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Context Files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Claude.md</a:t>
            </a:r>
            <a:r>
              <a:rPr lang="en"/>
              <a:t> | </a:t>
            </a:r>
            <a:r>
              <a:rPr lang="en">
                <a:uFill>
                  <a:noFill/>
                </a:uFill>
                <a:hlinkClick r:id="rId3"/>
              </a:rPr>
              <a:t>Hot.md</a:t>
            </a:r>
            <a:r>
              <a:rPr lang="en"/>
              <a:t> | Graph.md </a:t>
            </a:r>
            <a:br>
              <a:rPr lang="en"/>
            </a:br>
            <a:r>
              <a:rPr lang="en"/>
              <a:t>These are read by the LLM at the start of every conversation. Written by the user and saved in the root folder.</a:t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637950" y="3694825"/>
            <a:ext cx="7761300" cy="10365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Skills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Prebuilt commands that augment / replace user typed commands.Used to make the LLM perform complex prespecified tasks. A skill like /sync can be over 600 lines long. Built by the user and saved in a skills folder.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01650" y="952550"/>
            <a:ext cx="8433900" cy="3872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LLM Input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3280150" y="2267450"/>
            <a:ext cx="1796100" cy="12423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Templates</a:t>
            </a:r>
            <a:br>
              <a:rPr b="1" lang="en"/>
            </a:br>
            <a:r>
              <a:rPr lang="en"/>
              <a:t>Instructs the LLM to follow a specific framework in answering a query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
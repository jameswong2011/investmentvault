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BRAIN FOR INVESTING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Obsidian Notes + Claude Code.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3F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foundation-model wiki for equity research.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THE IDEA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Compilation, not retrieval.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926080" cy="3383280"/>
          </a:xfrm>
          <a:prstGeom prst="rect">
            <a:avLst/>
          </a:prstGeom>
          <a:solidFill>
            <a:srgbClr val="F5F5F0"/>
          </a:solidFill>
          <a:ln w="9525">
            <a:solidFill>
              <a:srgbClr val="D4D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Andrej Karpathy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· educator · early AI builder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2468880" cy="0"/>
          </a:xfrm>
          <a:prstGeom prst="line">
            <a:avLst/>
          </a:prstGeom>
          <a:noFill/>
          <a:ln w="6350">
            <a:solidFill>
              <a:srgbClr val="E8E6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9572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2011–16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5328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 PhD; created and taught CS231n with Fei-Fei Li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89864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34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0358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OpenAI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40156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2017–22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538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AI, Tesla — led Autopilot vision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90448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0416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the term “vibecoding”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12801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2026: a pattern for using foundation models to maintain personal knowledge bases. Have the model </a:t>
            </a:r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 compile</a:t>
            </a:r>
            <a:pPr indent="0" marL="0"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raw sources into a structured wiki — a persistent, interlinked artifact that gets richer with every source you add.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0" y="2103120"/>
            <a:ext cx="5212080" cy="1234440"/>
          </a:xfrm>
          <a:prstGeom prst="rect">
            <a:avLst/>
          </a:prstGeom>
          <a:solidFill>
            <a:srgbClr val="F5F5F0"/>
          </a:solidFill>
          <a:ln w="9525">
            <a:solidFill>
              <a:srgbClr val="D4D2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21031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219456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MECHANISM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8620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model </a:t>
            </a:r>
            <a:pPr indent="0" marL="0">
              <a:buNone/>
            </a:pPr>
            <a:r>
              <a:rPr lang="en-US" sz="1050" b="1" i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incrementally builds and maintains a persistent wiki</a:t>
            </a:r>
            <a:pPr indent="0" marL="0">
              <a:buNone/>
            </a:pPr>
            <a:r>
              <a:rPr lang="en-US" sz="1050" i="1" dirty="0">
                <a:solidFill>
                  <a:srgbClr val="3F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 structured, interlinked collection of markdown files. When you add a new source, it reads it, extracts the key information, and integrates it — updating entity pages, revising summaries, noting where new data </a:t>
            </a:r>
            <a:pPr indent="0" marL="0">
              <a:buNone/>
            </a:pPr>
            <a:r>
              <a:rPr lang="en-US" sz="1050" b="1" i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contradicts old claims</a:t>
            </a:r>
            <a:pPr indent="0" marL="0">
              <a:buNone/>
            </a:pPr>
            <a:r>
              <a:rPr lang="en-US" sz="1050" i="1" dirty="0">
                <a:solidFill>
                  <a:srgbClr val="3F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0" y="3429000"/>
            <a:ext cx="5212080" cy="1234440"/>
          </a:xfrm>
          <a:prstGeom prst="rect">
            <a:avLst/>
          </a:prstGeom>
          <a:solidFill>
            <a:srgbClr val="F5F5F0"/>
          </a:solidFill>
          <a:ln w="9525">
            <a:solidFill>
              <a:srgbClr val="D4D2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342900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52044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WHY IT WORKS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86200" y="3703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F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tedious part of maintaining a knowledge base is not the reading or the thinking — it's the </a:t>
            </a:r>
            <a:pPr indent="0" marL="0">
              <a:buNone/>
            </a:pPr>
            <a:r>
              <a:rPr lang="en-US" sz="1050" b="1" i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bookkeeping</a:t>
            </a:r>
            <a:pPr indent="0" marL="0">
              <a:buNone/>
            </a:pPr>
            <a:r>
              <a:rPr lang="en-US" sz="1050" i="1" dirty="0">
                <a:solidFill>
                  <a:srgbClr val="3F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Humans abandon wikis because the maintenance burden grows faster than the value. Models don't get bored, don't forget to update a cross-reference, can touch 15 files in one pass — </a:t>
            </a:r>
            <a:pPr indent="0" marL="0">
              <a:buNone/>
            </a:pPr>
            <a:r>
              <a:rPr lang="en-US" sz="1050" b="1" i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maintenance is near zero</a:t>
            </a:r>
            <a:pPr indent="0" marL="0">
              <a:buNone/>
            </a:pPr>
            <a:r>
              <a:rPr lang="en-US" sz="1050" i="1" dirty="0">
                <a:solidFill>
                  <a:srgbClr val="3F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Andrej Karpathy  ·  llm-wiki.md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DIFFERENCE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beats a folder of notes.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023360" cy="3337560"/>
          </a:xfrm>
          <a:prstGeom prst="rect">
            <a:avLst/>
          </a:prstGeom>
          <a:solidFill>
            <a:srgbClr val="FAFAF7"/>
          </a:solidFill>
          <a:ln w="9525">
            <a:solidFill>
              <a:srgbClr val="D4D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0233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NOTES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cross-referencing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777240" cy="502920"/>
          </a:xfrm>
          <a:prstGeom prst="rect">
            <a:avLst>
              <a:gd name="adj" fmla="val 14545"/>
            </a:avLst>
          </a:prstGeom>
          <a:solidFill>
            <a:srgbClr val="F5F5F0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517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920240"/>
            <a:ext cx="132588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4D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 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2441448"/>
            <a:ext cx="132588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4D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4414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71800" y="2962656"/>
            <a:ext cx="132588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4D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96265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71800" y="3483864"/>
            <a:ext cx="132588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4D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348386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54480" y="2738628"/>
            <a:ext cx="1417320" cy="-612648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554480" y="2848356"/>
            <a:ext cx="1417320" cy="-201168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554480" y="2958084"/>
            <a:ext cx="1417320" cy="210312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554480" y="3067812"/>
            <a:ext cx="1417320" cy="621792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85800" y="33375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4 edits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edits  ·  4 separate decisions about cross-refs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the default. You hunt for interrelationships after every edit.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234440"/>
            <a:ext cx="4023360" cy="3337560"/>
          </a:xfrm>
          <a:prstGeom prst="rect">
            <a:avLst/>
          </a:prstGeom>
          <a:solidFill>
            <a:srgbClr val="FAFA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234440"/>
            <a:ext cx="40233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WIKI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propagation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651760"/>
            <a:ext cx="777240" cy="502920"/>
          </a:xfrm>
          <a:prstGeom prst="rect">
            <a:avLst>
              <a:gd name="adj" fmla="val 14545"/>
            </a:avLst>
          </a:prstGeom>
          <a:solidFill>
            <a:srgbClr val="F5F5F0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6517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560320"/>
            <a:ext cx="777240" cy="685800"/>
          </a:xfrm>
          <a:prstGeom prst="rect">
            <a:avLst>
              <a:gd name="adj" fmla="val 10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5603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23760" y="1920240"/>
            <a:ext cx="128016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 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223760" y="2441448"/>
            <a:ext cx="128016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24414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23760" y="2962656"/>
            <a:ext cx="128016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29626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223760" y="3483864"/>
            <a:ext cx="128016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348386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2903220"/>
            <a:ext cx="457200" cy="0"/>
          </a:xfrm>
          <a:prstGeom prst="line">
            <a:avLst/>
          </a:prstGeom>
          <a:noFill/>
          <a:ln w="20320">
            <a:solidFill>
              <a:srgbClr val="CA8A04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760720" y="26746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2903220"/>
            <a:ext cx="320040" cy="-777240"/>
          </a:xfrm>
          <a:prstGeom prst="line">
            <a:avLst/>
          </a:prstGeom>
          <a:noFill/>
          <a:ln w="2032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903720" y="2903220"/>
            <a:ext cx="320040" cy="-256032"/>
          </a:xfrm>
          <a:prstGeom prst="line">
            <a:avLst/>
          </a:prstGeom>
          <a:noFill/>
          <a:ln w="2032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903720" y="2903220"/>
            <a:ext cx="320040" cy="265176"/>
          </a:xfrm>
          <a:prstGeom prst="line">
            <a:avLst/>
          </a:prstGeom>
          <a:noFill/>
          <a:ln w="2032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903720" y="2903220"/>
            <a:ext cx="320040" cy="786384"/>
          </a:xfrm>
          <a:prstGeom prst="line">
            <a:avLst/>
          </a:prstGeom>
          <a:noFill/>
          <a:ln w="2032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897880" y="33375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 × 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edit  ·  4 files updated atomically  ·  cross-refs preserved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006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is the default. The graph stays consistent without you tending it.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desired end-state. </a:t>
            </a:r>
            <a:pPr algn="ctr" indent="0" marL="0">
              <a:buNone/>
            </a:pPr>
            <a:r>
              <a:rPr lang="en-US" sz="1100" i="1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cross-referencing scales linearly with vault size; with an AI model orchestrating the propagation, it's O(1) from the user's perspective.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· BASIC TOPOGRAPHY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pieces and how they connect.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</a:t>
            </a:r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Brain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0" y="137160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6035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Document Viewer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715768"/>
            <a:ext cx="2377440" cy="502920"/>
          </a:xfrm>
          <a:prstGeom prst="rect">
            <a:avLst/>
          </a:prstGeom>
          <a:solidFill>
            <a:srgbClr val="E0F4F8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15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Claudian Plugin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2715768"/>
            <a:ext cx="2377440" cy="502920"/>
          </a:xfrm>
          <a:prstGeom prst="rect">
            <a:avLst/>
          </a:prstGeom>
          <a:solidFill>
            <a:srgbClr val="E0F4F8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2715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377440"/>
            <a:ext cx="1828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377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6035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204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Human Brain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65960" y="2148840"/>
            <a:ext cx="0" cy="566928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66360" y="3218688"/>
            <a:ext cx="0" cy="301752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0" y="1755648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63840" y="2148840"/>
            <a:ext cx="0" cy="22860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83680" y="3858768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highlights mark the artifacts you build — they're the wiki layer that compounds.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PROMPT ENGINEERING &amp; CONTEXT FILES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ingredients in every Claude conversation.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777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A8A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64008" cy="8229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Typed Command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command typed by the user, different every session. This is what goes in the text box.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651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3172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Conversation History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71576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remembered by the model. Cannot be controlled — comes free with the foundation model.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2331720"/>
            <a:ext cx="2651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331720"/>
            <a:ext cx="64008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71576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the model to follow a specific framework when answering a query.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2651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33172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Files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71576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 ·  _hot.md  ·  _graph.md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the model at the start of every conversation. Written by the user, saved in the root folder.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931920"/>
            <a:ext cx="64008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77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commands that augment or replace user-typed commands. Used to make the model perform complex pre-specified tasks. A skill like /sync can be over 600 lines long. Built by the user, saved in a skills folder.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WHAT'S INSIDE A SKILL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skill is a Markdown specification — not a prompt.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command, same output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don't drift with temperature or chat history. Critical for using the system on real investment decisions.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is source of truth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skill misbehaves, edit the SKILL.md. No opaque model state to debug.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— read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know why /sync propagates the way it does? Open its SKILL.md.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4480560" cy="3291840"/>
          </a:xfrm>
          <a:prstGeom prst="rect">
            <a:avLst/>
          </a:prstGeom>
          <a:solidFill>
            <a:srgbClr val="F5F5F0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.claude/skills/sync/SKILL.md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4114800" cy="0"/>
          </a:xfrm>
          <a:prstGeom prst="line">
            <a:avLst/>
          </a:prstGeom>
          <a:noFill/>
          <a:ln w="6350">
            <a:solidFill>
              <a:srgbClr val="E8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90195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/sync — Propagation 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0" y="207568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224942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Pre-flight (Step 0)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42316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Acquire vault-wide lock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2596896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Read .last_sync watermark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277063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Find changed files via find -newer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94436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311810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Pass 1 — propagate Research → Theses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329184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new Research note: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3465576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 _graph.md adjacencies (3–5 theses)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363931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Append Log entry to each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381304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Write propagated_to: field atomically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398678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416052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Pass 2 — propagate to Sectors, Macro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4334256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(~600 lines of deterministic spec)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· WHAT INFO LOOKS LIKE WHEN IT ENTERS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reading becomes a 4-section note.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/ingest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 URL, PDF, or transcript into a structured note.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notice: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URL is frontmatter-locked at creation. Audit chain holds up months later.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Delta opens every note — what changed, not what the company does.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Check is mandatory — the section that catches confirmation bias.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4480560" cy="3291840"/>
          </a:xfrm>
          <a:prstGeom prst="rect">
            <a:avLst/>
          </a:prstGeom>
          <a:solidFill>
            <a:srgbClr val="F5F5F0"/>
          </a:solidFill>
          <a:ln w="9525">
            <a:solidFill>
              <a:srgbClr val="E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54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755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       </a:t>
            </a:r>
            <a:pPr indent="0" marL="0">
              <a:buNone/>
            </a:pPr>
            <a:r>
              <a:rPr lang="en-US" sz="100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956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source_type: </a:t>
            </a:r>
            <a:pPr indent="0" marL="0">
              <a:buNone/>
            </a:pPr>
            <a:r>
              <a:rPr lang="en-US" sz="100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1579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ticker:      </a:t>
            </a:r>
            <a:pPr indent="0" marL="0">
              <a:buNone/>
            </a:pPr>
            <a:r>
              <a:rPr lang="en-US" sz="100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3591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     </a:t>
            </a:r>
            <a:pPr indent="0" marL="0">
              <a:buNone/>
            </a:pPr>
            <a:r>
              <a:rPr lang="en-US" sz="100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https://...</a:t>
            </a:r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immutable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560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Thesis Delta</a:t>
            </a:r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what changed for the thesis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3236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Summary</a:t>
            </a:r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1–4 paragraph capture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3547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Evidence</a:t>
            </a:r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data points, quotes, tables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Contradiction Check</a:t>
            </a:r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what this contradicts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0560" y="42976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Research/2026-05-15 — ACME — Q1 2026.md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THE LOOP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architecture compounds.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08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· article · expert call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02536" y="2194560"/>
            <a:ext cx="173736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12848" y="1554480"/>
            <a:ext cx="1508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12848" y="1554480"/>
            <a:ext cx="1508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04288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/ingest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04288" y="23042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Research note  ·  4 sections, locked source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58184" y="2194560"/>
            <a:ext cx="173736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68496" y="1554480"/>
            <a:ext cx="1508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8496" y="1554480"/>
            <a:ext cx="1508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59936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/sync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59936" y="23042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Thesis Logs  ·  Sector  ·  _hot.md  ·  _graph.md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13832" y="2194560"/>
            <a:ext cx="173736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24144" y="1554480"/>
            <a:ext cx="1508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24144" y="1554480"/>
            <a:ext cx="150876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15584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15584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15584" y="23042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callouts where you disagree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69480" y="2194560"/>
            <a:ext cx="173736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79792" y="1554480"/>
            <a:ext cx="1508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1554480"/>
            <a:ext cx="1508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71232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months 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71232" y="23042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/retro reads the Log. The vault remembers.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200400"/>
            <a:ext cx="8229600" cy="1325880"/>
          </a:xfrm>
          <a:prstGeom prst="rect">
            <a:avLst/>
          </a:prstGeom>
          <a:solidFill>
            <a:srgbClr val="F5F5F0"/>
          </a:solidFill>
          <a:ln w="9525">
            <a:solidFill>
              <a:srgbClr val="D4D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337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3611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that compounds. </a:t>
            </a:r>
            <a:pPr indent="0" marL="0">
              <a:buNone/>
            </a:pPr>
            <a:r>
              <a:rPr lang="en-US" sz="12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March don't evaporate by September — they're integrated into the synthesis and cited when relevant. </a:t>
            </a:r>
            <a:pPr indent="0" marL="0">
              <a:buNone/>
            </a:pPr>
            <a:r>
              <a:rPr lang="en-US" sz="1200" dirty="0">
                <a:solidFill>
                  <a:srgbClr val="3F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are already there. Contradictions are already flagged. Conviction shifts are audit-logged.</a:t>
            </a:r>
            <a:pPr indent="0" marL="0">
              <a:buNone/>
            </a:pPr>
            <a:r>
              <a:rPr lang="en-US" sz="1200" i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the architectural difference from chat-with-files.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Pattern: Andrej Karpathy's LLM Wiki  ·  Implementation: github.com/jameswong2011/InvestmentVault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Obsidian Notes + Claude Code — A Second Brain for Investing</dc:title>
  <dc:subject>PptxGenJS Presentation</dc:subject>
  <dc:creator>Reo</dc:creator>
  <cp:lastModifiedBy>Reo</cp:lastModifiedBy>
  <cp:revision>1</cp:revision>
  <dcterms:created xsi:type="dcterms:W3CDTF">2026-05-26T06:21:09Z</dcterms:created>
  <dcterms:modified xsi:type="dcterms:W3CDTF">2026-05-26T06:21:09Z</dcterms:modified>
</cp:coreProperties>
</file>